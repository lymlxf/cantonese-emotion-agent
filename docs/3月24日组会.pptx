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21" d="100"/>
          <a:sy n="121" d="100"/>
        </p:scale>
        <p:origin x="461" y="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DE0F68-547B-84B2-8472-DA841D218D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4800" dirty="0"/>
              <a:t>3</a:t>
            </a:r>
            <a:r>
              <a:rPr lang="zh-CN" altLang="en-US" sz="4800" dirty="0"/>
              <a:t>月</a:t>
            </a:r>
            <a:r>
              <a:rPr lang="en-US" altLang="zh-CN" sz="4800" dirty="0"/>
              <a:t>24</a:t>
            </a:r>
            <a:r>
              <a:rPr lang="zh-CN" altLang="en-US" sz="4800" dirty="0"/>
              <a:t>日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686810E-6534-93C9-1BE1-9B6EB5437B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040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F80200B-B505-EF2B-81D1-FE5D19E1D16B}"/>
              </a:ext>
            </a:extLst>
          </p:cNvPr>
          <p:cNvSpPr txBox="1"/>
          <p:nvPr/>
        </p:nvSpPr>
        <p:spPr>
          <a:xfrm>
            <a:off x="304274" y="282230"/>
            <a:ext cx="85370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Addressing </a:t>
            </a:r>
            <a:r>
              <a:rPr lang="en-US" altLang="zh-CN" sz="2000" dirty="0" err="1"/>
              <a:t>datascarcity</a:t>
            </a:r>
            <a:r>
              <a:rPr lang="en-US" altLang="zh-CN" sz="2000" dirty="0"/>
              <a:t> in speech </a:t>
            </a:r>
            <a:r>
              <a:rPr lang="en-US" altLang="zh-CN" sz="2000" dirty="0" err="1"/>
              <a:t>emotionrecognition:Acomprehensive</a:t>
            </a:r>
            <a:r>
              <a:rPr lang="en-US" altLang="zh-CN" sz="2000" dirty="0"/>
              <a:t> review</a:t>
            </a:r>
            <a:endParaRPr lang="zh-CN" altLang="en-US" sz="20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6FAEC64-F44C-F180-F409-396F3C866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74" y="949071"/>
            <a:ext cx="5966240" cy="235537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D1817274-0E1B-FB5F-B44A-B153CDA2CCB6}"/>
              </a:ext>
            </a:extLst>
          </p:cNvPr>
          <p:cNvSpPr txBox="1"/>
          <p:nvPr/>
        </p:nvSpPr>
        <p:spPr>
          <a:xfrm>
            <a:off x="7228490" y="880599"/>
            <a:ext cx="42109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EXPLORING EFFECTIVE DATA AUGMENTATION WITH TDNN-LSTM NEURAL NETWORK EMBEDDING FOR SPEAKER RECOGNITION</a:t>
            </a:r>
            <a:endParaRPr lang="zh-CN" altLang="en-US" sz="1200" dirty="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E5ABAB74-E43B-E5DB-C3DF-A7D4F0CD7531}"/>
              </a:ext>
            </a:extLst>
          </p:cNvPr>
          <p:cNvCxnSpPr/>
          <p:nvPr/>
        </p:nvCxnSpPr>
        <p:spPr>
          <a:xfrm>
            <a:off x="6348841" y="1064791"/>
            <a:ext cx="7645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A5527DCB-2B02-BF86-1A95-F896A6212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6116" y="1398099"/>
            <a:ext cx="2061213" cy="2030901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47DA8552-DC2A-6B5F-DDFE-8F846BB4BB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761"/>
          <a:stretch>
            <a:fillRect/>
          </a:stretch>
        </p:blipFill>
        <p:spPr>
          <a:xfrm>
            <a:off x="9561258" y="1398099"/>
            <a:ext cx="1934295" cy="314775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A7ED09F1-5620-EB23-D68E-0194CB4352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274" y="3571179"/>
            <a:ext cx="5966241" cy="298645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2E96EBD7-CF2C-4CFF-1099-EA9942F056F6}"/>
              </a:ext>
            </a:extLst>
          </p:cNvPr>
          <p:cNvSpPr txBox="1"/>
          <p:nvPr/>
        </p:nvSpPr>
        <p:spPr>
          <a:xfrm>
            <a:off x="6414725" y="5345803"/>
            <a:ext cx="569976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a) Early Fusion</a:t>
            </a:r>
          </a:p>
          <a:p>
            <a:r>
              <a:rPr lang="en-US" altLang="zh-CN" sz="1400" dirty="0"/>
              <a:t>dimensional difference -&gt; data sparsity</a:t>
            </a:r>
          </a:p>
          <a:p>
            <a:endParaRPr lang="en-US" altLang="zh-CN" sz="1400" dirty="0"/>
          </a:p>
          <a:p>
            <a:r>
              <a:rPr lang="en-US" altLang="zh-CN" sz="1400" dirty="0"/>
              <a:t>b) Decision Level Fusion</a:t>
            </a:r>
          </a:p>
          <a:p>
            <a:r>
              <a:rPr lang="en-US" altLang="zh-CN" sz="1400" dirty="0"/>
              <a:t>heterogeneous features are not learned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175AF4A7-2805-860D-7D84-E127B857F7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1258" y="4813698"/>
            <a:ext cx="2367523" cy="1743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759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A900D-BAF9-EE3C-4524-E063C9768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D98F27B-DA08-FD40-D7D0-756B75C74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18" y="395977"/>
            <a:ext cx="4435224" cy="303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891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03BFF-2AD1-59FB-FF15-FE0AE40CB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2611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6D2A2-48D2-06A1-2BEE-2193106BB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3034742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42</Words>
  <Application>Microsoft Office PowerPoint</Application>
  <PresentationFormat>宽屏</PresentationFormat>
  <Paragraphs>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Arial</vt:lpstr>
      <vt:lpstr>Calibri</vt:lpstr>
      <vt:lpstr>WPS</vt:lpstr>
      <vt:lpstr>3月24日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rude</dc:creator>
  <cp:lastModifiedBy>u3666033@connect.hku.hk</cp:lastModifiedBy>
  <cp:revision>5</cp:revision>
  <dcterms:created xsi:type="dcterms:W3CDTF">2023-08-09T12:44:00Z</dcterms:created>
  <dcterms:modified xsi:type="dcterms:W3CDTF">2026-03-24T06:30:44Z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